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4" r:id="rId2"/>
    <p:sldId id="257" r:id="rId3"/>
    <p:sldId id="259" r:id="rId4"/>
    <p:sldId id="260" r:id="rId5"/>
    <p:sldId id="265" r:id="rId6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681" autoAdjust="0"/>
    <p:restoredTop sz="94660"/>
  </p:normalViewPr>
  <p:slideViewPr>
    <p:cSldViewPr snapToGrid="0">
      <p:cViewPr varScale="1">
        <p:scale>
          <a:sx n="78" d="100"/>
          <a:sy n="78" d="100"/>
        </p:scale>
        <p:origin x="893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6C585A7-0B5F-C870-25EB-8E64755130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EC93F62-5847-F1B4-4E9D-9FBB37AD53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0925C5B-27F3-B783-88F1-1CAFAC533D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E3A391-5421-4E9D-A367-D66D1310F0BA}" type="datetimeFigureOut">
              <a:rPr lang="pt-BR" smtClean="0"/>
              <a:t>06/05/2026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2E3A086-0966-918B-44FE-A9D7F72BDB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065A018-FB4B-F640-BD8C-6D9BD91952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9D9E6D-7091-4535-AC4F-45DEB7D98D6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273327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C51F040-ACEA-486B-AAC8-2DC919480F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F89497D-7E32-119E-AE7A-6516FAC204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42136A4-F101-10D8-83F7-8DF4B6D084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E3A391-5421-4E9D-A367-D66D1310F0BA}" type="datetimeFigureOut">
              <a:rPr lang="pt-BR" smtClean="0"/>
              <a:t>06/05/2026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29E5D8A-1784-611E-456C-ED2A5E5ED4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4B38B69-7D07-7FE4-DD0D-29A1D18B6A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9D9E6D-7091-4535-AC4F-45DEB7D98D6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153427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942FAC5-73C1-6C94-7F85-3B53E75F38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BA799F6-5C9E-3208-88C1-A26C290166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F91FD49-6CD6-8257-AF02-D0A5B9AA2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E3A391-5421-4E9D-A367-D66D1310F0BA}" type="datetimeFigureOut">
              <a:rPr lang="pt-BR" smtClean="0"/>
              <a:t>06/05/2026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7D43FDD-521A-D036-22DF-02FC05F7B6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47C503D-825A-4195-27AD-C921B9D715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9D9E6D-7091-4535-AC4F-45DEB7D98D6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362467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C601589-B2F8-80A9-6FC8-BC7FBE57B3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38920FB-C20D-FD65-1214-5B74D96AA1B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B0DDA0B4-0E15-4E79-D2AC-519A741115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328AD69B-051D-3608-B0BC-E57EDA0A80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E3A391-5421-4E9D-A367-D66D1310F0BA}" type="datetimeFigureOut">
              <a:rPr lang="pt-BR" smtClean="0"/>
              <a:t>06/05/2026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A1F56709-A735-8BE3-5813-5A7112E5F4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37D20720-599B-2F3F-C3C7-D561C320EC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9D9E6D-7091-4535-AC4F-45DEB7D98D6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715749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87D0A30-5175-D75C-BABC-20D64435E2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27477D8-3328-797D-116F-F7A99E57DF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3ACA7D48-CF74-57FB-164A-8687D13B03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D9558E78-0BAB-3C90-1A7F-20167EDA041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8794628F-D3E7-B887-0B86-D6F78E79E5D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B69FC4C0-7001-29DA-12D5-05EF0BDD59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E3A391-5421-4E9D-A367-D66D1310F0BA}" type="datetimeFigureOut">
              <a:rPr lang="pt-BR" smtClean="0"/>
              <a:t>06/05/2026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95D4F564-36DF-4558-E444-042D3586A5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1F756048-1018-AFB0-F8CE-BE88878362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9D9E6D-7091-4535-AC4F-45DEB7D98D6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591568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4A9AA1A-762C-37FE-70F4-72C48BABFF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7E38A970-4322-83DC-67E9-FAFB1EBCB6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E3A391-5421-4E9D-A367-D66D1310F0BA}" type="datetimeFigureOut">
              <a:rPr lang="pt-BR" smtClean="0"/>
              <a:t>06/05/2026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2EC8F44E-AF25-4932-447F-76B963BE57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92EF6003-415E-4F65-281A-49E34D5C7D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9D9E6D-7091-4535-AC4F-45DEB7D98D6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926626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25ABBB36-FCC5-E49F-FD0C-571DEADA3C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E3A391-5421-4E9D-A367-D66D1310F0BA}" type="datetimeFigureOut">
              <a:rPr lang="pt-BR" smtClean="0"/>
              <a:t>06/05/2026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3444FE22-2EC0-565C-E643-993457FAD5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82DA167E-CE1B-1791-F011-46378B094E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9D9E6D-7091-4535-AC4F-45DEB7D98D6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934779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727B822-ADC7-993A-9559-1D8B46F9CF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7A8145F-8AC3-3470-51AE-8B823B4A65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A2DDFBAE-7569-A58F-0DC4-CA7F0F5D01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FECC96AB-A09E-9CBA-3301-65A1273F8A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E3A391-5421-4E9D-A367-D66D1310F0BA}" type="datetimeFigureOut">
              <a:rPr lang="pt-BR" smtClean="0"/>
              <a:t>06/05/2026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8A3CC65-96ED-1B72-586B-6A9FEC7038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E6BAD748-E5CC-6F73-3945-9508782742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9D9E6D-7091-4535-AC4F-45DEB7D98D6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047199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C5E497D-C012-84BC-0FD0-8885F01039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3FBC468F-DF30-B015-E575-862ED873F36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34453119-1939-FC52-5B46-D156065603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314A9A2E-8F88-574B-63C4-94F385EC58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E3A391-5421-4E9D-A367-D66D1310F0BA}" type="datetimeFigureOut">
              <a:rPr lang="pt-BR" smtClean="0"/>
              <a:t>06/05/2026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02C1B0A-0D0F-828F-D1DA-6C846DFD24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524E977-2DF1-FBC1-2B1B-A06A25AD73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9D9E6D-7091-4535-AC4F-45DEB7D98D6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916902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217E5D4-5106-CDEE-7FFC-C75FE0A1C6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A2CA710D-95F7-DAA1-C908-D2693C0B40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B59ADAF-DDD0-6612-588B-4349944269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E3A391-5421-4E9D-A367-D66D1310F0BA}" type="datetimeFigureOut">
              <a:rPr lang="pt-BR" smtClean="0"/>
              <a:t>06/05/2026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F39E879-1BF8-8A43-69B3-DA23A6336F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F17B839-8280-4A88-B28A-B89090F7C2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9D9E6D-7091-4535-AC4F-45DEB7D98D6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182901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1D579C1D-CC70-F33D-8591-730CAD60377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99211D89-77E0-3FB9-8557-6BE2C578DE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71E6AE1-6CB0-AEF6-D0FC-F8D563D035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E3A391-5421-4E9D-A367-D66D1310F0BA}" type="datetimeFigureOut">
              <a:rPr lang="pt-BR" smtClean="0"/>
              <a:t>06/05/2026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252EB46-40C7-08AE-8FDA-4E817A94DB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1F95AEE-39AA-1839-94D4-392D8CF3EC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9D9E6D-7091-4535-AC4F-45DEB7D98D6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114505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5F516B1B-D877-D24A-C766-117F9DD0A8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8360E98-AD10-9047-FC5C-FF0733458D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AEE8DB3-A22C-D705-96C7-ACAA69640F8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E3A391-5421-4E9D-A367-D66D1310F0BA}" type="datetimeFigureOut">
              <a:rPr lang="pt-BR" smtClean="0"/>
              <a:t>06/05/2026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C1FC28B-36CC-E804-F6D8-6EBD61544BA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E8A87BD-A0BC-8253-C54D-5FA781640F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9D9E6D-7091-4535-AC4F-45DEB7D98D6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169892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F59940-2AA4-5F05-D648-93A0651938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60098908-DF22-A742-21C3-35AE6D6D53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9368" y="1071716"/>
            <a:ext cx="9694606" cy="45425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17834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9F91FE-9321-99E4-B506-0421513340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0A572FE1-103B-0572-A53E-0191A268D4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02696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132873-69A2-79B8-3830-01B13B0F34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70984B5B-EC40-A8D1-E2F6-6601776672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7863" y="1192336"/>
            <a:ext cx="9396274" cy="4473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36603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7DB6EA-4AE4-9C01-A69C-D9AA3F1055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EAE64C4E-C51E-D54C-2EB5-4821712ABD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06754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9DE749-32C9-417C-A954-DF165B6227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>
            <a:extLst>
              <a:ext uri="{FF2B5EF4-FFF2-40B4-BE49-F238E27FC236}">
                <a16:creationId xmlns:a16="http://schemas.microsoft.com/office/drawing/2014/main" id="{DC9698D8-2D76-06D4-65F3-5653BA9ED7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316" y="137652"/>
            <a:ext cx="11936361" cy="6528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762991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78</TotalTime>
  <Words>0</Words>
  <Application>Microsoft Office PowerPoint</Application>
  <PresentationFormat>Widescreen</PresentationFormat>
  <Paragraphs>0</Paragraphs>
  <Slides>5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Jucieli de Lima</dc:creator>
  <cp:lastModifiedBy>Jucieli de Lima</cp:lastModifiedBy>
  <cp:revision>4</cp:revision>
  <dcterms:created xsi:type="dcterms:W3CDTF">2026-05-06T13:52:33Z</dcterms:created>
  <dcterms:modified xsi:type="dcterms:W3CDTF">2026-05-06T17:34:54Z</dcterms:modified>
</cp:coreProperties>
</file>